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/>
      <p:bold r:id="rId12"/>
    </p:embeddedFont>
    <p:embeddedFont>
      <p:font typeface="Plus Jakarta Sans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656683"/>
            <a:ext cx="609600" cy="381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714001" y="1734591"/>
            <a:ext cx="476399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>
                <a:solidFill>
                  <a:srgbClr val="D4AF37"/>
                </a:solidFill>
                <a:latin typeface="Inter"/>
              </a:rPr>
              <a:t>HACKATHON PROBLEM STATEMENT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2153691"/>
            <a:ext cx="12049125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FFFFFF"/>
                </a:solidFill>
                <a:latin typeface="Plus Jakarta Sans"/>
              </a:rPr>
              <a:t>Reimagining Chhattisgarh Sewa Setu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723233"/>
            <a:ext cx="9525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A1B0C0"/>
                </a:solidFill>
                <a:latin typeface="Inter"/>
              </a:rPr>
              <a:t>A clear, step-by-step roadmap to make government services easier, faster, and accessible to every citizen.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5996" y="4923383"/>
            <a:ext cx="2140009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FFFFFF"/>
                </a:solidFill>
                <a:latin typeface="Inter"/>
              </a:rPr>
              <a:t>By Team Neural Ninjas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78671"/>
            <a:ext cx="2571750" cy="2262782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178671"/>
            <a:ext cx="2571750" cy="2262782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45321"/>
            <a:ext cx="2571750" cy="2529482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178671"/>
            <a:ext cx="2571750" cy="2262782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492996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492996"/>
            <a:ext cx="3810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359646"/>
            <a:ext cx="2286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492996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220105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C85A32"/>
                </a:solidFill>
                <a:latin typeface="Inter"/>
              </a:rPr>
              <a:t>ABOUT US &amp; OUR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2942"/>
                </a:solidFill>
                <a:latin typeface="Plus Jakarta Sans"/>
              </a:rPr>
              <a:t>Team Neural Ninjas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457325"/>
            <a:ext cx="77152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/>
              <a:t>Our team conducted a comparative study of leading citizen-service platforms across India to identify proven practices and translate them into a more accessible, efficient, and citizen-centric Sewa Setu for Chhattisgarh.</a:t>
            </a:r>
            <a:endParaRPr lang="en-US" sz="1500" b="0" i="0" u="none" dirty="0">
              <a:solidFill>
                <a:srgbClr val="4B5563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3925" y="4026396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Studied 6 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407396"/>
            <a:ext cx="20383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Compared Sewa Setu with top portals like Goa and Delhi.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4026396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Understood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4275" y="4407396"/>
            <a:ext cx="20383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Found out exactly where citizens get stuck online.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893046"/>
            <a:ext cx="214026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Designed Solutions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540746"/>
            <a:ext cx="20383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Created visual mockups of a simpler, faster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4026396"/>
            <a:ext cx="255031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Planned the 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4975" y="4407396"/>
            <a:ext cx="20383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Drew a clear map for developers to build the new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57412"/>
            <a:ext cx="5334000" cy="1695450"/>
          </a:xfrm>
          <a:prstGeom prst="roundRect">
            <a:avLst>
              <a:gd name="adj" fmla="val 6741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157412"/>
            <a:ext cx="5334000" cy="1695450"/>
          </a:xfrm>
          <a:prstGeom prst="roundRect">
            <a:avLst>
              <a:gd name="adj" fmla="val 6741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57662"/>
            <a:ext cx="5334000" cy="1695450"/>
          </a:xfrm>
          <a:prstGeom prst="roundRect">
            <a:avLst>
              <a:gd name="adj" fmla="val 6741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4157662"/>
            <a:ext cx="5334000" cy="1695450"/>
          </a:xfrm>
          <a:prstGeom prst="roundRect">
            <a:avLst>
              <a:gd name="adj" fmla="val 6741"/>
            </a:avLst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85A32"/>
                </a:solidFill>
                <a:latin typeface="Inter"/>
              </a:rPr>
              <a:t>THE PROBLEM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47725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2942"/>
                </a:solidFill>
                <a:latin typeface="Plus Jakarta Sans"/>
              </a:rPr>
              <a:t>Where Citizens Struggle Right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538412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942"/>
                </a:solidFill>
                <a:latin typeface="Plus Jakarta Sans"/>
              </a:rPr>
              <a:t>Hard to Find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938462"/>
            <a:ext cx="466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Citizens must guess which government department handles their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38412"/>
            <a:ext cx="5562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942"/>
                </a:solidFill>
                <a:latin typeface="Plus Jakarta Sans"/>
              </a:rPr>
              <a:t>Blind Waiting Periods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38462"/>
            <a:ext cx="466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People don't know who is reviewing their file or why it's delayed.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538662"/>
            <a:ext cx="600075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942"/>
                </a:solidFill>
                <a:latin typeface="Plus Jakarta Sans"/>
              </a:rPr>
              <a:t>Uploading Same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4938712"/>
            <a:ext cx="466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Users are forced to upload basic ID and papers every single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8662"/>
            <a:ext cx="55626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2942"/>
                </a:solidFill>
                <a:latin typeface="Plus Jakarta Sans"/>
              </a:rPr>
              <a:t>Poor Pay the 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938712"/>
            <a:ext cx="4667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4B5563"/>
                </a:solidFill>
                <a:latin typeface="Inter"/>
              </a:rPr>
              <a:t>Low-income citizens get no automatic fee help during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1900237"/>
            <a:ext cx="51816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2671762"/>
            <a:ext cx="5181600" cy="742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3643312"/>
            <a:ext cx="51816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4414837"/>
            <a:ext cx="51816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1900237"/>
            <a:ext cx="38100" cy="542925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2671762"/>
            <a:ext cx="38100" cy="7429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3643312"/>
            <a:ext cx="38100" cy="542925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4414837"/>
            <a:ext cx="38100" cy="542925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2309812"/>
            <a:ext cx="6477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85A32"/>
                </a:solidFill>
                <a:latin typeface="Inter"/>
              </a:rPr>
              <a:t>LEARNING FROM THE BEST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547937"/>
            <a:ext cx="554069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2942"/>
                </a:solidFill>
                <a:latin typeface="Plus Jakarta Sans"/>
              </a:rPr>
              <a:t>Borrowing What Works 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90937"/>
            <a:ext cx="4667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4B5563"/>
                </a:solidFill>
                <a:latin typeface="Inter"/>
              </a:rPr>
              <a:t>We didn't invent these ideas. We found the most successful features from other states and combined them into one perfect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1900237"/>
            <a:ext cx="5524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From Goa: Live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2243137"/>
            <a:ext cx="5524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Showing everyone exactly how fast offices are working.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2671762"/>
            <a:ext cx="5524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From Kerala: Smart Fee Waivers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3014662"/>
            <a:ext cx="5010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Using ration card data to automatically waive fees for the poor.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0" y="3643312"/>
            <a:ext cx="5524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From Karnataka: Automatic Penalties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3986212"/>
            <a:ext cx="5524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Alerting senior officials when a citizen's file is delayed.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0" y="4414837"/>
            <a:ext cx="5524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2942"/>
                </a:solidFill>
                <a:latin typeface="Plus Jakarta Sans"/>
              </a:rPr>
              <a:t>From Delhi: DigiLocker Magic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0" y="4757737"/>
            <a:ext cx="5524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Inter"/>
              </a:rPr>
              <a:t>Pulling documents automatically so citizens type 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24112"/>
            <a:ext cx="19050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19437"/>
            <a:ext cx="19050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014787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910137"/>
            <a:ext cx="238125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1314450"/>
            <a:ext cx="6096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85A32"/>
                </a:solidFill>
                <a:latin typeface="Inter"/>
              </a:rPr>
              <a:t>THE BIG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552575"/>
            <a:ext cx="60960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2942"/>
                </a:solidFill>
                <a:latin typeface="Plus Jakarta Sans"/>
              </a:rPr>
              <a:t>Our Four Main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2390775"/>
            <a:ext cx="52292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Inter"/>
              </a:rPr>
              <a:t>1. Easy Searching </a:t>
            </a:r>
            <a:r>
              <a:rPr sz="1350" b="1" i="0" u="none">
                <a:solidFill>
                  <a:srgbClr val="4B5563"/>
                </a:solidFill>
                <a:latin typeface="Inter"/>
              </a:rPr>
              <a:t>Type what you want in plain words, and the AI finds it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086100"/>
            <a:ext cx="52387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Inter"/>
              </a:rPr>
              <a:t>2. Clear Tracking </a:t>
            </a:r>
            <a:r>
              <a:rPr sz="1350" b="1" i="0" u="none">
                <a:solidFill>
                  <a:srgbClr val="4B5563"/>
                </a:solidFill>
                <a:latin typeface="Inter"/>
              </a:rPr>
              <a:t>See your application move step-by-step, just like tracking a package online.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981450"/>
            <a:ext cx="52387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Inter"/>
              </a:rPr>
              <a:t>3. For Everyone </a:t>
            </a:r>
            <a:r>
              <a:rPr sz="1350" b="1" i="0" u="none">
                <a:solidFill>
                  <a:srgbClr val="4B5563"/>
                </a:solidFill>
                <a:latin typeface="Inter"/>
              </a:rPr>
              <a:t>Voice search in local languages and big text options for seniors.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4876800"/>
            <a:ext cx="5191125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Inter"/>
              </a:rPr>
              <a:t>4. Systems Talking Together </a:t>
            </a:r>
            <a:r>
              <a:rPr sz="1350" b="1" i="0" u="none">
                <a:solidFill>
                  <a:srgbClr val="4B5563"/>
                </a:solidFill>
                <a:latin typeface="Inter"/>
              </a:rPr>
              <a:t>Government databases talk to each other so citizens don't have to carry papers.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F9CD567-B936-25EE-1F22-E157B5C57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0"/>
            <a:ext cx="12192000" cy="6834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541CFE3-8D82-E9DC-CA2F-F93CB7A24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2"/>
            <a:ext cx="12192000" cy="6845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10325" y="1945927"/>
            <a:ext cx="5172075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10325" y="3346102"/>
            <a:ext cx="5172075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10325" y="4746277"/>
            <a:ext cx="5172075" cy="117157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5380"/>
            <a:ext cx="5191125" cy="463301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624905"/>
            <a:ext cx="5172075" cy="4613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381000" y="457200"/>
            <a:ext cx="12954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C85A32"/>
                </a:solidFill>
                <a:latin typeface="Inter"/>
              </a:rPr>
              <a:t>THE CITIZEN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81000" y="695325"/>
            <a:ext cx="129540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2942"/>
                </a:solidFill>
                <a:latin typeface="Plus Jakarta Sans"/>
              </a:rPr>
              <a:t>Making Life Easier for Everyone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8450" y="2184052"/>
            <a:ext cx="55435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Plus Jakarta Sans"/>
              </a:rPr>
              <a:t>No More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8450" y="2498377"/>
            <a:ext cx="47910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Citizens just say what they need. The system does the hard work of finding the right 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450" y="3584227"/>
            <a:ext cx="55435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Plus Jakarta Sans"/>
              </a:rPr>
              <a:t>No Surprise Rejections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8450" y="3898552"/>
            <a:ext cx="47910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The portal checks if you qualify before you even waste time filling out the whole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8450" y="4984402"/>
            <a:ext cx="55435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2942"/>
                </a:solidFill>
                <a:latin typeface="Plus Jakarta Sans"/>
              </a:rPr>
              <a:t>One Click Filling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8450" y="5298727"/>
            <a:ext cx="47910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B5563"/>
                </a:solidFill>
                <a:latin typeface="Inter"/>
              </a:rPr>
              <a:t>Forms fill themselves using safe data from your Aadhaar and DigiLocker.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892028"/>
            <a:ext cx="2571750" cy="2226468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892028"/>
            <a:ext cx="2571750" cy="38100"/>
          </a:xfrm>
          <a:prstGeom prst="rect">
            <a:avLst/>
          </a:prstGeom>
          <a:solidFill>
            <a:srgbClr val="0F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09950" y="2892028"/>
            <a:ext cx="2571750" cy="2226468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9950" y="2892028"/>
            <a:ext cx="2571750" cy="381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10300" y="2892028"/>
            <a:ext cx="2571750" cy="2226468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0300" y="2892028"/>
            <a:ext cx="2571750" cy="381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10650" y="2892028"/>
            <a:ext cx="2571750" cy="2226468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10650" y="2892028"/>
            <a:ext cx="257175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1739503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85A32"/>
                </a:solidFill>
                <a:latin typeface="Inter"/>
              </a:rPr>
              <a:t>HOW WE BUILD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77628"/>
            <a:ext cx="115824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2942"/>
                </a:solidFill>
                <a:latin typeface="Plus Jakarta Sans"/>
              </a:rPr>
              <a:t>Step-by-Step Rollout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6828"/>
            <a:ext cx="2057400" cy="16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942"/>
                </a:solidFill>
                <a:latin typeface="Inter"/>
              </a:rPr>
              <a:t>PHASE 1: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4750" y="3196828"/>
            <a:ext cx="2057400" cy="16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85A32"/>
                </a:solidFill>
                <a:latin typeface="Inter"/>
              </a:rPr>
              <a:t>PHASE 2: 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196828"/>
            <a:ext cx="2057400" cy="16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5A27"/>
                </a:solidFill>
                <a:latin typeface="Inter"/>
              </a:rPr>
              <a:t>PHASE 3: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450" y="3196828"/>
            <a:ext cx="2057400" cy="16168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PHASE 4: Smart 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3053"/>
            <a:ext cx="25753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Plus Jakarta Sans"/>
              </a:rPr>
              <a:t>Better Front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54053"/>
            <a:ext cx="20574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Add the smart search bar and big-text accessibility options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0" y="3473053"/>
            <a:ext cx="25753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Plus Jakarta Sans"/>
              </a:rPr>
              <a:t>Simpler Applying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4750" y="3854053"/>
            <a:ext cx="20574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Introduce step-by-step easy forms and visual package-style tracking.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473053"/>
            <a:ext cx="25753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Plus Jakarta Sans"/>
              </a:rPr>
              <a:t>Public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5100" y="3854053"/>
            <a:ext cx="20574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Turn on the public speed-tracking graphs and automatic fee waivers for BPL.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3473053"/>
            <a:ext cx="257532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F2937"/>
                </a:solidFill>
                <a:latin typeface="Plus Jakarta Sans"/>
              </a:rPr>
              <a:t>AI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5450" y="3854053"/>
            <a:ext cx="2057400" cy="959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B5563"/>
                </a:solidFill>
                <a:latin typeface="Inter"/>
              </a:rPr>
              <a:t>Use computers to pre-check uploaded documents to speed up approvals.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647158"/>
            <a:ext cx="609600" cy="38100"/>
          </a:xfrm>
          <a:prstGeom prst="rect">
            <a:avLst/>
          </a:prstGeom>
          <a:solidFill>
            <a:srgbClr val="C8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05250" y="1563141"/>
            <a:ext cx="438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D4AF37"/>
                </a:solidFill>
                <a:latin typeface="Inter"/>
              </a:rPr>
              <a:t>CONCLUSION &amp;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1991766"/>
            <a:ext cx="11251406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Plus Jakarta Sans"/>
              </a:rPr>
              <a:t>A Better Governance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637508"/>
            <a:ext cx="9525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A1B0C0"/>
                </a:solidFill>
                <a:latin typeface="Inter"/>
              </a:rPr>
              <a:t>We have built a practical plan to make Chhattisgarh Sewa Setu the fastest, easiest, and most transparent portal in India.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3671" y="5066258"/>
            <a:ext cx="296465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Thank You | Neural Ninjas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539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Plus Jakarta Sans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Vaishnavi Satone</dc:creator>
  <cp:keywords/>
  <dc:description>generated using python-pptx</dc:description>
  <cp:lastModifiedBy>Vaishnavi Satone</cp:lastModifiedBy>
  <cp:revision>2</cp:revision>
  <dcterms:created xsi:type="dcterms:W3CDTF">2013-01-27T09:14:16Z</dcterms:created>
  <dcterms:modified xsi:type="dcterms:W3CDTF">2026-09-28T05:22:06Z</dcterms:modified>
  <cp:category/>
</cp:coreProperties>
</file>